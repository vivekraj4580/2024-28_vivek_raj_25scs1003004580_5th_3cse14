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5029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72768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0" y="196596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88636" y="2395728"/>
            <a:ext cx="201168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2606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Internship Presentation 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USING PYTHON AND OPENCV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291840" y="4160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74920" y="4160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Raj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91840" y="45445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74920" y="4544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25SCS1003004580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492861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74920" y="49286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(Batch 2024-28)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5312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74920" y="5312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91840" y="1554480"/>
            <a:ext cx="8257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— a Google for Education Partner, offering AICTE &amp; ICAC approved internship programs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2331720"/>
            <a:ext cx="8257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3108960"/>
            <a:ext cx="8257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(25/07/2026 to 25/08/2026)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3886200"/>
            <a:ext cx="8257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Anurag Shrivastava, Program Manager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4663440"/>
            <a:ext cx="8257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Image Processing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computer-vision-based application developed to detect and recognize human faces from images, combining image-processing techniques with machine-learning-based recognition to build an automated identification system.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 Techniques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91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Haar Cascade Classifier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face detection — scans an image and locates the position of faces using scale factor, minimum neighbors, and minimum size parameters.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291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LBPH Face Recognizer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384048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Binary Pattern Histogram — trained on grayscale facial images to recognize identities and predict the label of a detected face.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individuals from photographs manually requires visually inspecting images and comparing facial characteristics — this becomes inefficient as the number of images grows.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Needs 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input image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 present in the image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detected facial regions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facial features against a prepared training dataset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identity label of the detected face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recognition result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Objective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Python-based face-recognition prototype capable of detecting faces in images and predicting their identity using a trained LBPH model.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Objectives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2257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fundamentals of computer vision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face detection using OpenCV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facial images into a structured dataset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facial regions and generate labels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3076" y="2880360"/>
            <a:ext cx="52257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training information in CSV format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images into grayscale format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LBPH face-recognition model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predict, and display the recognition result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63677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41248" y="196596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3024" y="150876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4192" y="163677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84192" y="196596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reading, processing, detection &amp; recognition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5968" y="150876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7136" y="163677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Haar Cascade Classifier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27136" y="196596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location of faces in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19125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LBPH Recognizer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" y="352044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and predicts facial identity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3024" y="306324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4192" y="319125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84192" y="352044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&amp; label arrays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5968" y="306324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7136" y="319125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7136" y="352044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CSV training information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74573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507492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training image paths and labels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024" y="461772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4192" y="474573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Argparse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84192" y="507492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test image via command 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5968" y="461772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5F6F9"/>
          </a:solidFill>
          <a:ln w="12700">
            <a:solidFill>
              <a:srgbClr val="F5F6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7136" y="4745736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27136" y="5074920"/>
            <a:ext cx="3020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and shares the project source code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separates “where is the face?” from “which trained identity does this face most closely match?” through two sequential stages.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67712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060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9192" y="228600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228600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53712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228600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45352" y="228600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01384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74536" y="228600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685032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06040" y="3703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370332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7033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53712" y="3703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370332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45352" y="37033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01384" y="3703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370332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are organized by person, faces are detected and cropped, and grayscale crops with labels train the LBPH model. A test image then goes through the same detection step before the trained model predicts its label.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3024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302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77384" y="15544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Organization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5968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59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20328" y="15544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9260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Extraction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3024" y="3200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302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77384" y="29260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Generation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5968" y="3200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596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20328" y="29260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Creation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2976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3024" y="4572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3024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77384" y="42976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 Model Training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25968" y="4572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25968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20328" y="4297680"/>
            <a:ext cx="2828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Result Display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Scope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257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organized by person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face detection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Cropping of detected faces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CSV-based label management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preprocessing &amp; LBPH training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and label visualization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23076" y="137160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23076" y="1737360"/>
            <a:ext cx="52257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still images, not continuous video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heavily on training-dataset quality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label needs a separate name mapping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is less robust than deep-learning detectors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graphical user interface currently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for storing user profiles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257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Webcam-based real-time recognition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processing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Name-based identity mapping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23076" y="1463040"/>
            <a:ext cx="52257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&amp; attendance management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deep-learning face recognition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lighting and pose variation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a web or desktop application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Outcomes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257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training dataset &amp; detect faces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cropped face images and labels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LBPH recognition model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 in the test image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identity label with bounding box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23076" y="137160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23076" y="1737360"/>
            <a:ext cx="52257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&amp; computer vision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classifiers &amp; LBPH recognition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with OpenCV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CSV-based data handling with Pandas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GitHub project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Using Python and OpenCV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computer vision can reduce manual effort in image-based identification tasks, using a Haar Cascade + LBPH pipeline to detect and recognize faces from a trained dataset.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foundation for more advanced applications such as attendance systems, identity verification, and real-time face recognition — while, as a basic educational implementation, it is not intended as a high-security biometric solution without further validation and stronger recognition methods.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88636" y="4206240"/>
            <a:ext cx="201168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43484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Raj  |  25SCS1003004580  |  B.Tech CSE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2026-08-29T13:05:39Z</dcterms:created>
  <dcterms:modified xsi:type="dcterms:W3CDTF">2026-08-29T13:05:39Z</dcterms:modified>
</cp:coreProperties>
</file>